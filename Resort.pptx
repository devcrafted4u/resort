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3" r:id="rId5"/>
    <p:sldId id="267" r:id="rId6"/>
    <p:sldId id="269" r:id="rId7"/>
    <p:sldId id="270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1" r:id="rId16"/>
    <p:sldId id="282" r:id="rId17"/>
    <p:sldId id="283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1FE2-8193-888E-7E3E-2B3656BCE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31E36-9C06-D910-C9F3-C946A144A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D51FA-D47B-D1A2-4438-334B4A117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6798-FD39-436F-A45F-2ED8FDDCDB35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4E063-2F0E-C4F6-EB5A-5B981DAF1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8E85D-89FF-B8B7-A509-42BB07D91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FB43-E043-430E-ACD6-D43FB08DB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202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BA23-13F6-F142-F2CB-830764F2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B3CBA-0C8A-76FF-1C31-351C56999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552BB-CCA2-0AA9-32F7-8AA80ABF1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6798-FD39-436F-A45F-2ED8FDDCDB35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00346-6295-74C3-6131-08163C809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88C3B-20FC-D8F7-BCD1-CF38881C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FB43-E043-430E-ACD6-D43FB08DB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64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3AA3B-48DB-CDA1-DB7D-1C6D66F3E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DFB18-C47F-45BE-BC71-6A62CCF44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84156-DD49-C47C-538A-128D7B12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6798-FD39-436F-A45F-2ED8FDDCDB35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F499-BCF9-8C3B-7630-8F2269BFE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2C712-4360-EF22-4051-9592D2586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FB43-E043-430E-ACD6-D43FB08DB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41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A18D5-7F98-199B-924D-F521CB378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DF857-4638-B8E3-8DD9-60CD958BB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45D0A-E689-A479-E2E3-E87F44C01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D849D-A1B3-CD56-A253-0E81BCEAC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6798-FD39-436F-A45F-2ED8FDDCDB35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64167-A610-36B9-92FD-36CA57E40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41693-2705-26F3-2E3B-82D4B736B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FB43-E043-430E-ACD6-D43FB08DB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666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ED69-883E-875C-0C38-8CFCA04E2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2A451-02B6-92B3-11E1-E12056D19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78E239-4F30-FB79-18C9-C46E8F93D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837DB1-9C39-1C6E-0EA2-EB654B78FF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66510E-6B8F-FA7A-0FD2-081B72168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DC6698-E15B-F4D6-549A-A21B7B2DB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6798-FD39-436F-A45F-2ED8FDDCDB35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4113B3-5C11-A34E-E299-17B1AE34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86FBAF-8DEE-BF9C-6336-4FE7ACBE2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FB43-E043-430E-ACD6-D43FB08DB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302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EA6F6-4967-081C-E9E2-AC86C650B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F4CCE-F015-2561-B76B-8ECDF6165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6798-FD39-436F-A45F-2ED8FDDCDB35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9E474B-125C-BE00-FF84-A30A5D8A0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0FCFD0-7728-01FB-87D4-860D1CBE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FB43-E043-430E-ACD6-D43FB08DB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00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B93704-EBA3-73B3-001F-B5A7E73F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6798-FD39-436F-A45F-2ED8FDDCDB35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207EC2-54B0-4D8A-1BD6-E19051A4B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DF673-CBBA-80AD-4083-0B35EBBA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FB43-E043-430E-ACD6-D43FB08DB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491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AEE9-7B93-AF65-068B-EEBE6842C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25C3-7C7A-D614-ABB3-D44FAB804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76E11-3E83-AE59-238D-894549F08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EE870-D2E3-FE5E-B845-24EF2481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6798-FD39-436F-A45F-2ED8FDDCDB35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E1046-38C1-D6F6-76B4-192DF2D6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5D02F-7ED8-C4D0-7132-114AD3C95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FB43-E043-430E-ACD6-D43FB08DB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45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A6B1-83FA-37CF-2AF2-AB3ACE6A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30E932-6005-BD77-C34C-3C95BDEF8B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87ECE-07A5-86AA-8EB7-5A56E997F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123CD-CF18-A001-AC75-30D944EF2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6798-FD39-436F-A45F-2ED8FDDCDB35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0BA04-CA28-0638-8654-3BA45FBC9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2B727-5E72-662D-AFFC-76895BC0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FB43-E043-430E-ACD6-D43FB08DB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34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46F4-38E5-A1B9-BF06-B8961CD66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E43F04-7483-C919-8E24-8DAD57517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DB231-75E9-3DE0-BE01-66BD14764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6798-FD39-436F-A45F-2ED8FDDCDB35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7CE49-90FB-B194-B92C-C0079D610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BDECF-7691-603A-9B9D-2537A4C00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FB43-E043-430E-ACD6-D43FB08DB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86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D37342-A405-51C9-E629-8BBC71E00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9290A-A2F8-D2D2-4D09-76E404120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43716-F313-308F-68D9-84F45935D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6798-FD39-436F-A45F-2ED8FDDCDB35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A44DB-CD9B-3661-B0F9-B48BFE62D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491B5-8AFF-59BD-30FB-8952FB1C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FB43-E043-430E-ACD6-D43FB08DB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29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1F8D78-27D2-8ADE-BB0F-7BAE868B2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400B0-B685-B864-2F17-0789B4277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A7E7C-A4F5-DD4F-5ABA-166211E62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F6798-FD39-436F-A45F-2ED8FDDCDB35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CCFF9-1F1B-45B6-8C09-20F0D6F2E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F0015-4D57-4575-60D2-62293920B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BFB43-E043-430E-ACD6-D43FB08DB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069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72">
            <a:extLst>
              <a:ext uri="{FF2B5EF4-FFF2-40B4-BE49-F238E27FC236}">
                <a16:creationId xmlns:a16="http://schemas.microsoft.com/office/drawing/2014/main" id="{AA67AD69-DFBA-6692-51A9-465C6F289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The client want a website I had written everything in ppt please check and help </a:t>
            </a:r>
            <a:r>
              <a:rPr lang="en-IN"/>
              <a:t>me proceed</a:t>
            </a:r>
          </a:p>
        </p:txBody>
      </p:sp>
      <p:sp>
        <p:nvSpPr>
          <p:cNvPr id="74" name="Content Placeholder 73">
            <a:extLst>
              <a:ext uri="{FF2B5EF4-FFF2-40B4-BE49-F238E27FC236}">
                <a16:creationId xmlns:a16="http://schemas.microsoft.com/office/drawing/2014/main" id="{5DDC78E4-DC26-F898-E7CB-7FB28CD0B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https://maps.app.goo.gl/n31paZa2aMKssnpm6?g_st=ac</a:t>
            </a:r>
          </a:p>
          <a:p>
            <a:endParaRPr lang="en-US" dirty="0"/>
          </a:p>
          <a:p>
            <a:r>
              <a:rPr lang="en-US" dirty="0"/>
              <a:t>*Discounted  price* : 850/head for a day out without breakfast </a:t>
            </a:r>
          </a:p>
          <a:p>
            <a:r>
              <a:rPr lang="en-US" dirty="0"/>
              <a:t>&amp;</a:t>
            </a:r>
          </a:p>
          <a:p>
            <a:r>
              <a:rPr lang="en-US" dirty="0"/>
              <a:t>1000/head for a day out with breakfast </a:t>
            </a:r>
          </a:p>
          <a:p>
            <a:r>
              <a:rPr lang="en-US" dirty="0"/>
              <a:t>@</a:t>
            </a:r>
          </a:p>
          <a:p>
            <a:r>
              <a:rPr lang="en-US" dirty="0"/>
              <a:t>1800/head for tent stay</a:t>
            </a:r>
          </a:p>
          <a:p>
            <a:r>
              <a:rPr lang="en-US" dirty="0"/>
              <a:t>&amp;</a:t>
            </a:r>
          </a:p>
          <a:p>
            <a:r>
              <a:rPr lang="en-US" dirty="0"/>
              <a:t>2000/head for dormitory stay</a:t>
            </a:r>
          </a:p>
          <a:p>
            <a:r>
              <a:rPr lang="en-US" dirty="0"/>
              <a:t>&amp;</a:t>
            </a:r>
          </a:p>
          <a:p>
            <a:r>
              <a:rPr lang="en-US" dirty="0"/>
              <a:t>2700/head if its 4 sharing cottage </a:t>
            </a:r>
          </a:p>
          <a:p>
            <a:r>
              <a:rPr lang="en-US" dirty="0"/>
              <a:t>&amp;</a:t>
            </a:r>
          </a:p>
          <a:p>
            <a:r>
              <a:rPr lang="en-US" dirty="0"/>
              <a:t>3000/head if its couple cottage </a:t>
            </a:r>
          </a:p>
          <a:p>
            <a:endParaRPr lang="en-US" dirty="0"/>
          </a:p>
          <a:p>
            <a:r>
              <a:rPr lang="en-US" dirty="0"/>
              <a:t>*All the above rates are inclusive of taxes*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542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4E36E-22C8-FC82-FBD7-D94DB2479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C7D048-203B-19DF-A1C8-CAA045F95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54" y="1855121"/>
            <a:ext cx="2900892" cy="4351338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4752A566-8D31-2490-F549-0AE0065E5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657" y="1973109"/>
            <a:ext cx="3032568" cy="2274426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6AF313E-20F7-0099-B133-E955F29A6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315" y="2422063"/>
            <a:ext cx="4289937" cy="321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32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F31A6-1ABB-8EA3-618F-656B8319F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4F8A-46BB-E8EE-BCEC-5B408A6CF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74C6B7-F37A-44BF-33F4-7D29126A2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02" y="155077"/>
            <a:ext cx="6889636" cy="3100336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E7F3908C-88A8-74CF-BDE3-E1E76EA0F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488" y="3602587"/>
            <a:ext cx="3445492" cy="2584119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ABEC8FC-94D0-90E3-BDE2-FCD16A8B1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395" y="1253331"/>
            <a:ext cx="25280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51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6000F-CAF0-8E4F-110B-526281787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31C67-1E81-855A-08CB-1474775B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4759E3-19D8-1EC2-509D-B4D3662C72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61" y="2141537"/>
            <a:ext cx="3141122" cy="4351338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78B5AD65-4EAE-6DC3-4357-CDD97E60C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736" y="3306412"/>
            <a:ext cx="7499361" cy="3374712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1326B12-96D2-A54F-5933-7E8690159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169" y="19204"/>
            <a:ext cx="4164147" cy="3123110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04B43489-CF53-B1D5-CEBD-8E7DB1AA7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657" y="176876"/>
            <a:ext cx="3903782" cy="292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15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E1582-FE9B-E25D-C8B8-AB2138809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D92D-AC0F-2EF6-43FF-CE1937050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8BB01A-9242-5DC7-64CD-127E3A841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87" y="3429000"/>
            <a:ext cx="4277408" cy="3208056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39AA4F03-1684-C539-8A41-A0955F3E2F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715" y="2032102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773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B728F-D6FF-BAEC-589E-51417A631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18AC8-6F43-7A73-BDE6-BBA6F3548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7D4885-7DB6-B172-C0C2-5A229FD25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375" y="1825625"/>
            <a:ext cx="75432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12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35277-148F-3851-1813-859FDE3A7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47DCF-EACF-5045-8A88-D2B04BE2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807057-F8DE-8DD0-B56D-288C5BE4E4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7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9E1E4-A85C-D11D-B4EE-41D1F5AE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062A10-8A31-E847-B9D3-B65889D55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171" y="1825625"/>
            <a:ext cx="78116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3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D4C0C-D841-AA58-03C4-A72BD3CDA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96C63-3AD2-152E-1AA4-255571D7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9700E7-1A76-9286-054A-31AC271875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09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C202F-469E-407A-F2EF-FC992B316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8906F-3520-6659-293F-01A73FB33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13C5D0-B58A-EFF5-C49C-7EF3914C7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905" y="1825625"/>
            <a:ext cx="94401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3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40EBE-8CC9-06F6-AF6D-B59E0D99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84179-14AC-E6A7-0DB0-FAF965034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FA3B73-0195-E0AD-6B6B-C4FAEF886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37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A4C81-F58C-29FA-2947-C9FB2AD7B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85964-0AAE-E2D4-385B-902B1FD09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3DC4BC-94A2-C302-3AB3-5556CF3A1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70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E6C04-71DA-0755-03FB-C909E7A41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9D187-CBAB-28D3-C15B-85E4FCD3B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87F58B-0307-249A-6457-46CACDE42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51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A96E4-D5AA-8E24-BE94-DED170152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BC31-C5D2-B0B3-5090-CCA2CB824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0D9818-CB97-D47C-0DC0-3B134B03D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60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80C23-2B4F-E8F1-EBCB-FDF5393DA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B70DE-5091-BA94-52CB-0C148BAE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8BA5FE-06D0-ED42-B645-938C6B666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171" y="1825625"/>
            <a:ext cx="78116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21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F9FBB-1EE7-8D36-1905-63806B180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EEF31-EF78-C9FD-2239-3136C39E9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2D6CA2-9753-67D0-9F3F-50886ED2F8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00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93FBB-FDB6-3C6D-D253-9C0D38AC0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9AC5-D663-5DA2-0944-C04516CDE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ADFBDA-6C1C-41C3-87E5-70B87F457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460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7C59-5B31-2E9B-2D3D-7A5A1385B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8A276-9D21-0B2F-53BD-9DF288525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7C3F22-F96E-4439-BCE3-206C1146B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31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8CA1-B923-0DCF-B344-765D2F58F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C973B-A764-D607-BB4F-4916DBC55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A82641-275D-D28E-9952-50351106B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39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6713C-F166-6FD5-740C-B92744FDC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B252-9FD3-E68B-B9BF-9F0CEB2A7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25DAD5-FA31-C71C-5706-175AAD4EB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74662"/>
            <a:ext cx="10515600" cy="325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72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77322-809D-5CC0-25B1-0BF3D4223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7846-C392-460D-3FAD-ACDF35E13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6EF91B-CEF9-571E-7065-FD9B3943D3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172" y="1825625"/>
            <a:ext cx="102196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152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882FE-8E0C-EA36-981B-A7D1959B3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E15A4-F134-952D-065E-13C6FFC2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WhatsApp Video 2026-10-15 at 11.52.10 PM (1)">
            <a:hlinkClick r:id="" action="ppaction://media"/>
            <a:extLst>
              <a:ext uri="{FF2B5EF4-FFF2-40B4-BE49-F238E27FC236}">
                <a16:creationId xmlns:a16="http://schemas.microsoft.com/office/drawing/2014/main" id="{38CFE78E-2E4B-3FA0-4722-B004CA8E946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864100" y="1825625"/>
            <a:ext cx="2463800" cy="4351338"/>
          </a:xfrm>
        </p:spPr>
      </p:pic>
    </p:spTree>
    <p:extLst>
      <p:ext uri="{BB962C8B-B14F-4D97-AF65-F5344CB8AC3E}">
        <p14:creationId xmlns:p14="http://schemas.microsoft.com/office/powerpoint/2010/main" val="243829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18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D7E58-E363-5656-7D78-AE01F8E0A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B368-2E69-79D0-F134-6A98787C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WhatsApp Video 2026-10-15 at 11.52.10 PM">
            <a:hlinkClick r:id="" action="ppaction://media"/>
            <a:extLst>
              <a:ext uri="{FF2B5EF4-FFF2-40B4-BE49-F238E27FC236}">
                <a16:creationId xmlns:a16="http://schemas.microsoft.com/office/drawing/2014/main" id="{D062EDF3-3A93-8BAE-5D12-67481E854998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864100" y="1825625"/>
            <a:ext cx="2463800" cy="4351338"/>
          </a:xfrm>
        </p:spPr>
      </p:pic>
    </p:spTree>
    <p:extLst>
      <p:ext uri="{BB962C8B-B14F-4D97-AF65-F5344CB8AC3E}">
        <p14:creationId xmlns:p14="http://schemas.microsoft.com/office/powerpoint/2010/main" val="422385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44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47956-BF4E-A89D-5E13-9CFE9F11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F1F37-3274-735E-0B8F-A05411150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WhatsApp Video 2026-10-15 at 11.52.11 PM">
            <a:hlinkClick r:id="" action="ppaction://media"/>
            <a:extLst>
              <a:ext uri="{FF2B5EF4-FFF2-40B4-BE49-F238E27FC236}">
                <a16:creationId xmlns:a16="http://schemas.microsoft.com/office/drawing/2014/main" id="{A7B10BF5-3E5A-DD50-3762-060ADEA1554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52663" y="1825625"/>
            <a:ext cx="7686675" cy="4351338"/>
          </a:xfrm>
        </p:spPr>
      </p:pic>
    </p:spTree>
    <p:extLst>
      <p:ext uri="{BB962C8B-B14F-4D97-AF65-F5344CB8AC3E}">
        <p14:creationId xmlns:p14="http://schemas.microsoft.com/office/powerpoint/2010/main" val="404341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3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5390F-B49C-ACEC-D3A0-F24108914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F480-1CC8-571D-0C31-2BBFB7841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390E6-9243-B0EF-D85C-07174099A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Requirements-</a:t>
            </a:r>
            <a:br>
              <a:rPr lang="en-IN" dirty="0"/>
            </a:br>
            <a:br>
              <a:rPr lang="en-IN" dirty="0"/>
            </a:br>
            <a:r>
              <a:rPr lang="en-US" dirty="0"/>
              <a:t>High-res image/video galleries, room category showcases, amenity list, WhatsApp direct booking button, Google Maps integration, &amp; lead forms.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3202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128</Words>
  <Application>Microsoft Office PowerPoint</Application>
  <PresentationFormat>Widescreen</PresentationFormat>
  <Paragraphs>17</Paragraphs>
  <Slides>25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The client want a website I had written everything in ppt please check and help me proceed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Avinash Kumar</dc:creator>
  <cp:lastModifiedBy>Avinash Kumar</cp:lastModifiedBy>
  <cp:revision>6</cp:revision>
  <dcterms:created xsi:type="dcterms:W3CDTF">2026-10-15T18:33:08Z</dcterms:created>
  <dcterms:modified xsi:type="dcterms:W3CDTF">2026-10-15T19:13:35Z</dcterms:modified>
</cp:coreProperties>
</file>